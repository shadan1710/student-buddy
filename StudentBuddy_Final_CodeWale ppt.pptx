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4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18872"/>
            <a:ext cx="5824728" cy="420624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80360" y="96012"/>
            <a:ext cx="35204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 Team Code Wale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" y="822960"/>
            <a:ext cx="91440" cy="2834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77724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566928" y="1664208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Buddy</a:t>
            </a:r>
            <a:endParaRPr lang="en-US" sz="6800" dirty="0"/>
          </a:p>
        </p:txBody>
      </p:sp>
      <p:sp>
        <p:nvSpPr>
          <p:cNvPr id="14" name="Text 12"/>
          <p:cNvSpPr/>
          <p:nvPr/>
        </p:nvSpPr>
        <p:spPr>
          <a:xfrm>
            <a:off x="578088" y="26197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Academic Co-Pilot 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316382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deadline. Never feel overwhelmed.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smarter — not harder.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15000" y="822960"/>
            <a:ext cx="1481328" cy="1463040"/>
          </a:xfrm>
          <a:prstGeom prst="rect">
            <a:avLst/>
          </a:prstGeom>
          <a:solidFill>
            <a:srgbClr val="16165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15000" y="822960"/>
            <a:ext cx="1481328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108192" y="987552"/>
            <a:ext cx="694944" cy="694944"/>
          </a:xfrm>
          <a:prstGeom prst="ellipse">
            <a:avLst/>
          </a:prstGeom>
          <a:solidFill>
            <a:srgbClr val="06B6D4">
              <a:alpha val="2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08192" y="98755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69864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Notes Management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86408" y="822960"/>
            <a:ext cx="1481328" cy="1463040"/>
          </a:xfrm>
          <a:prstGeom prst="rect">
            <a:avLst/>
          </a:prstGeom>
          <a:solidFill>
            <a:srgbClr val="16165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79208" y="822960"/>
            <a:ext cx="1481328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987552"/>
            <a:ext cx="694944" cy="694944"/>
          </a:xfrm>
          <a:prstGeom prst="ellipse">
            <a:avLst/>
          </a:prstGeom>
          <a:solidFill>
            <a:srgbClr val="A855F7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98755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34072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Smart Reminders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23120" y="2539746"/>
            <a:ext cx="1481328" cy="1463040"/>
          </a:xfrm>
          <a:prstGeom prst="rect">
            <a:avLst/>
          </a:prstGeom>
          <a:solidFill>
            <a:srgbClr val="16165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2548890"/>
            <a:ext cx="1481328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784848" y="2777490"/>
            <a:ext cx="694944" cy="694944"/>
          </a:xfrm>
          <a:prstGeom prst="ellipse">
            <a:avLst/>
          </a:prstGeom>
          <a:solidFill>
            <a:srgbClr val="10B981">
              <a:alpha val="28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6793992" y="271348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55664" y="355473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Study Chatbot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15200" y="353644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736592"/>
            <a:ext cx="91440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</a:rPr>
              <a:t>📋 Notes Management   •   🔔 Smart Reminders   •   🤖 Study Chatbot   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6304"/>
            <a:ext cx="1463040" cy="329184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91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The Student Struggle is REAL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56032" y="896112"/>
            <a:ext cx="3154680" cy="1755648"/>
          </a:xfrm>
          <a:prstGeom prst="rect">
            <a:avLst/>
          </a:prstGeom>
          <a:solidFill>
            <a:srgbClr val="10103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96112"/>
            <a:ext cx="64008" cy="175564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" y="1408176"/>
            <a:ext cx="658368" cy="658368"/>
          </a:xfrm>
          <a:prstGeom prst="ellipse">
            <a:avLst/>
          </a:prstGeom>
          <a:solidFill>
            <a:srgbClr val="EC4899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408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70432" y="100584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Information Overload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1353312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Notes scattered across books, WhatsApp &amp; PDFs. No organized place to study from.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1024" y="896112"/>
            <a:ext cx="3154680" cy="1755648"/>
          </a:xfrm>
          <a:prstGeom prst="rect">
            <a:avLst/>
          </a:prstGeom>
          <a:solidFill>
            <a:srgbClr val="10103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21024" y="896112"/>
            <a:ext cx="64008" cy="17556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3767328" y="1408176"/>
            <a:ext cx="658368" cy="658368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408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35424" y="100584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Missed Deadlines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35424" y="1353312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72% of students miss at least one deadline. Reminders are late, generic &amp; ignored.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798064"/>
            <a:ext cx="3154680" cy="1755648"/>
          </a:xfrm>
          <a:prstGeom prst="rect">
            <a:avLst/>
          </a:prstGeom>
          <a:solidFill>
            <a:srgbClr val="10103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798064"/>
            <a:ext cx="64008" cy="175564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02336" y="3310128"/>
            <a:ext cx="658368" cy="658368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310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😵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70432" y="290779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Personalized Help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3255264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Students need instant answers while studying at 2AM — no professor available then.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21024" y="2798064"/>
            <a:ext cx="3154680" cy="1755648"/>
          </a:xfrm>
          <a:prstGeom prst="rect">
            <a:avLst/>
          </a:prstGeom>
          <a:solidFill>
            <a:srgbClr val="10103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21024" y="2798064"/>
            <a:ext cx="64008" cy="17556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3767328" y="3310128"/>
            <a:ext cx="658368" cy="658368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767328" y="3310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35424" y="290779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Burnout &amp; Low Grades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35424" y="3255264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Disorganized study habits cause stress, poor sleep &amp; consistently poor performance.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84848" y="896112"/>
            <a:ext cx="2084832" cy="3730752"/>
          </a:xfrm>
          <a:prstGeom prst="rect">
            <a:avLst/>
          </a:prstGeom>
          <a:solidFill>
            <a:srgbClr val="161650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84848" y="896112"/>
            <a:ext cx="208483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6784848" y="96926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97316"/>
                </a:solidFill>
              </a:rPr>
              <a:t>BY THE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kern="0" spc="200" dirty="0">
                <a:solidFill>
                  <a:srgbClr val="F97316"/>
                </a:solidFill>
              </a:rPr>
              <a:t>NUMBERS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84848" y="153619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6784848" y="206654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students miss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a deadline/semester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84848" y="25420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6784848" y="30723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more stress without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a study system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84848" y="354787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6784848" y="407822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want AI help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while self-studying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0B981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6304"/>
            <a:ext cx="1463040" cy="32918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0818"/>
                </a:solidFill>
              </a:rPr>
              <a:t> Solution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20240" y="91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Meet Student Buddy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56032" y="841248"/>
            <a:ext cx="8631936" cy="50292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41248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8833104" y="841248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841248"/>
            <a:ext cx="8631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 One App.  Smart AI.  Three Powerful Features.  Zero Missed Deadlines.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1463040"/>
            <a:ext cx="2743200" cy="3246120"/>
          </a:xfrm>
          <a:prstGeom prst="rect">
            <a:avLst/>
          </a:prstGeom>
          <a:solidFill>
            <a:srgbClr val="10103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463040"/>
            <a:ext cx="27432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6152" y="1600200"/>
            <a:ext cx="822960" cy="822960"/>
          </a:xfrm>
          <a:prstGeom prst="ellipse">
            <a:avLst/>
          </a:prstGeom>
          <a:solidFill>
            <a:srgbClr val="06B6D4">
              <a:alpha val="32000"/>
            </a:srgb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16152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5760" y="25054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Notes 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" y="2907792"/>
            <a:ext cx="2194560" cy="27432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" y="3035808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99923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Organize notes by subject &amp; topic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" y="34290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39242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Search instantly across all notes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" y="382219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78561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Upload PDFs &amp; auto-summarize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" y="421538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41788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Access anywhere, anytime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18688" y="1463040"/>
            <a:ext cx="2743200" cy="3246120"/>
          </a:xfrm>
          <a:prstGeom prst="rect">
            <a:avLst/>
          </a:prstGeom>
          <a:solidFill>
            <a:srgbClr val="10103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1463040"/>
            <a:ext cx="274320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178808" y="1600200"/>
            <a:ext cx="822960" cy="822960"/>
          </a:xfrm>
          <a:prstGeom prst="ellipse">
            <a:avLst/>
          </a:prstGeom>
          <a:solidFill>
            <a:srgbClr val="A855F7">
              <a:alpha val="32000"/>
            </a:srgb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78808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328416" y="25054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Reminders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93008" y="2907792"/>
            <a:ext cx="2194560" cy="27432"/>
          </a:xfrm>
          <a:prstGeom prst="rect">
            <a:avLst/>
          </a:prstGeom>
          <a:solidFill>
            <a:srgbClr val="A855F7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0" y="3035808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299923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AI-based personalized alerts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83280" y="342900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39242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Reminds days before — not hours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3822192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78561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Adapts to your timetable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83280" y="4215384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41788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Never miss a deadline again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81344" y="1463040"/>
            <a:ext cx="2743200" cy="3246120"/>
          </a:xfrm>
          <a:prstGeom prst="rect">
            <a:avLst/>
          </a:prstGeom>
          <a:solidFill>
            <a:srgbClr val="10103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1344" y="1463040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7141464" y="1600200"/>
            <a:ext cx="822960" cy="822960"/>
          </a:xfrm>
          <a:prstGeom prst="ellipse">
            <a:avLst/>
          </a:prstGeom>
          <a:solidFill>
            <a:srgbClr val="10B981">
              <a:alpha val="32000"/>
            </a:srgb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141464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291072" y="25054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Study Chatbot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55664" y="2907792"/>
            <a:ext cx="2194560" cy="27432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45936" y="30358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528816" y="299923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Ask doubts anytime — 24/7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45936" y="34290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6528816" y="339242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Get instant explanations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45936" y="38221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6528816" y="378561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Topic summaries on demand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45936" y="421538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6528816" y="41788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Like having a tutor in your pocket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6304"/>
            <a:ext cx="1828800" cy="32918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 Why Different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0" y="91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Student Buddy vs The Rest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" y="841248"/>
            <a:ext cx="2377440" cy="51206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84124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65476" y="841248"/>
            <a:ext cx="1280160" cy="51206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12" name="Text 10"/>
          <p:cNvSpPr/>
          <p:nvPr/>
        </p:nvSpPr>
        <p:spPr>
          <a:xfrm>
            <a:off x="2702052" y="841248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841248"/>
            <a:ext cx="1280160" cy="51206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14" name="Text 12"/>
          <p:cNvSpPr/>
          <p:nvPr/>
        </p:nvSpPr>
        <p:spPr>
          <a:xfrm>
            <a:off x="4014216" y="841248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89804" y="841248"/>
            <a:ext cx="1417320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5289804" y="841248"/>
            <a:ext cx="14173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326380" y="841248"/>
            <a:ext cx="1344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Student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Buddy 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380744"/>
            <a:ext cx="237744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1380744"/>
            <a:ext cx="22860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📝 Notes Management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65476" y="1380744"/>
            <a:ext cx="128016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21" name="Text 19"/>
          <p:cNvSpPr/>
          <p:nvPr/>
        </p:nvSpPr>
        <p:spPr>
          <a:xfrm>
            <a:off x="2665476" y="13807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77640" y="1380744"/>
            <a:ext cx="128016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13807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24"/>
                </a:solidFill>
              </a:rPr>
              <a:t>⚠️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89804" y="1380744"/>
            <a:ext cx="1417320" cy="420624"/>
          </a:xfrm>
          <a:prstGeom prst="rect">
            <a:avLst/>
          </a:prstGeom>
          <a:solidFill>
            <a:srgbClr val="1A0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5289804" y="1380744"/>
            <a:ext cx="45720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289804" y="138074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6032" y="1828800"/>
            <a:ext cx="237744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18288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🔔 Smart Reminders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65476" y="1828800"/>
            <a:ext cx="128016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30" name="Text 28"/>
          <p:cNvSpPr/>
          <p:nvPr/>
        </p:nvSpPr>
        <p:spPr>
          <a:xfrm>
            <a:off x="2665476" y="1828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977640" y="1828800"/>
            <a:ext cx="128016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32" name="Text 30"/>
          <p:cNvSpPr/>
          <p:nvPr/>
        </p:nvSpPr>
        <p:spPr>
          <a:xfrm>
            <a:off x="3977640" y="1828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89804" y="1828800"/>
            <a:ext cx="1417320" cy="420624"/>
          </a:xfrm>
          <a:prstGeom prst="rect">
            <a:avLst/>
          </a:prstGeom>
          <a:solidFill>
            <a:srgbClr val="1E1260"/>
          </a:solidFill>
          <a:ln/>
        </p:spPr>
      </p:sp>
      <p:sp>
        <p:nvSpPr>
          <p:cNvPr id="34" name="Shape 32"/>
          <p:cNvSpPr/>
          <p:nvPr/>
        </p:nvSpPr>
        <p:spPr>
          <a:xfrm>
            <a:off x="5289804" y="1828800"/>
            <a:ext cx="45720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5289804" y="18288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56032" y="2276856"/>
            <a:ext cx="237744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22768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🤖 AI Study Chatbot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65476" y="2276856"/>
            <a:ext cx="128016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39" name="Text 37"/>
          <p:cNvSpPr/>
          <p:nvPr/>
        </p:nvSpPr>
        <p:spPr>
          <a:xfrm>
            <a:off x="2665476" y="22768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977640" y="2276856"/>
            <a:ext cx="128016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41" name="Text 39"/>
          <p:cNvSpPr/>
          <p:nvPr/>
        </p:nvSpPr>
        <p:spPr>
          <a:xfrm>
            <a:off x="3977640" y="22768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289804" y="2276856"/>
            <a:ext cx="1417320" cy="420624"/>
          </a:xfrm>
          <a:prstGeom prst="rect">
            <a:avLst/>
          </a:prstGeom>
          <a:solidFill>
            <a:srgbClr val="1A0E50"/>
          </a:solidFill>
          <a:ln/>
        </p:spPr>
      </p:sp>
      <p:sp>
        <p:nvSpPr>
          <p:cNvPr id="43" name="Shape 41"/>
          <p:cNvSpPr/>
          <p:nvPr/>
        </p:nvSpPr>
        <p:spPr>
          <a:xfrm>
            <a:off x="5289804" y="2276856"/>
            <a:ext cx="45720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4" name="Text 42"/>
          <p:cNvSpPr/>
          <p:nvPr/>
        </p:nvSpPr>
        <p:spPr>
          <a:xfrm>
            <a:off x="5289804" y="227685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56032" y="2724912"/>
            <a:ext cx="237744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27249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📅 Deadline Planner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65476" y="2724912"/>
            <a:ext cx="128016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48" name="Text 46"/>
          <p:cNvSpPr/>
          <p:nvPr/>
        </p:nvSpPr>
        <p:spPr>
          <a:xfrm>
            <a:off x="2665476" y="27249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977640" y="2724912"/>
            <a:ext cx="128016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50" name="Text 48"/>
          <p:cNvSpPr/>
          <p:nvPr/>
        </p:nvSpPr>
        <p:spPr>
          <a:xfrm>
            <a:off x="3977640" y="27249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24"/>
                </a:solidFill>
              </a:rPr>
              <a:t>⚠️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89804" y="2724912"/>
            <a:ext cx="1417320" cy="420624"/>
          </a:xfrm>
          <a:prstGeom prst="rect">
            <a:avLst/>
          </a:prstGeom>
          <a:solidFill>
            <a:srgbClr val="1E1260"/>
          </a:solidFill>
          <a:ln/>
        </p:spPr>
      </p:sp>
      <p:sp>
        <p:nvSpPr>
          <p:cNvPr id="52" name="Shape 50"/>
          <p:cNvSpPr/>
          <p:nvPr/>
        </p:nvSpPr>
        <p:spPr>
          <a:xfrm>
            <a:off x="5289804" y="2724912"/>
            <a:ext cx="45720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3" name="Text 51"/>
          <p:cNvSpPr/>
          <p:nvPr/>
        </p:nvSpPr>
        <p:spPr>
          <a:xfrm>
            <a:off x="5289804" y="2724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56032" y="3172968"/>
            <a:ext cx="237744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55" name="Text 53"/>
          <p:cNvSpPr/>
          <p:nvPr/>
        </p:nvSpPr>
        <p:spPr>
          <a:xfrm>
            <a:off x="347472" y="31729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🎓 Student-First Design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665476" y="3172968"/>
            <a:ext cx="128016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57" name="Text 55"/>
          <p:cNvSpPr/>
          <p:nvPr/>
        </p:nvSpPr>
        <p:spPr>
          <a:xfrm>
            <a:off x="2665476" y="31729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977640" y="3172968"/>
            <a:ext cx="1280160" cy="420624"/>
          </a:xfrm>
          <a:prstGeom prst="rect">
            <a:avLst/>
          </a:prstGeom>
          <a:solidFill>
            <a:srgbClr val="10103A"/>
          </a:solidFill>
          <a:ln/>
        </p:spPr>
      </p:sp>
      <p:sp>
        <p:nvSpPr>
          <p:cNvPr id="59" name="Text 57"/>
          <p:cNvSpPr/>
          <p:nvPr/>
        </p:nvSpPr>
        <p:spPr>
          <a:xfrm>
            <a:off x="3977640" y="31729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289804" y="3172968"/>
            <a:ext cx="1417320" cy="420624"/>
          </a:xfrm>
          <a:prstGeom prst="rect">
            <a:avLst/>
          </a:prstGeom>
          <a:solidFill>
            <a:srgbClr val="1A0E50"/>
          </a:solidFill>
          <a:ln/>
        </p:spPr>
      </p:sp>
      <p:sp>
        <p:nvSpPr>
          <p:cNvPr id="61" name="Shape 59"/>
          <p:cNvSpPr/>
          <p:nvPr/>
        </p:nvSpPr>
        <p:spPr>
          <a:xfrm>
            <a:off x="5289804" y="3172968"/>
            <a:ext cx="45720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2" name="Text 60"/>
          <p:cNvSpPr/>
          <p:nvPr/>
        </p:nvSpPr>
        <p:spPr>
          <a:xfrm>
            <a:off x="5289804" y="31729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56032" y="3621024"/>
            <a:ext cx="237744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64" name="Text 62"/>
          <p:cNvSpPr/>
          <p:nvPr/>
        </p:nvSpPr>
        <p:spPr>
          <a:xfrm>
            <a:off x="347472" y="36210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⚡ Zero Setup Needed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665476" y="3621024"/>
            <a:ext cx="128016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66" name="Text 64"/>
          <p:cNvSpPr/>
          <p:nvPr/>
        </p:nvSpPr>
        <p:spPr>
          <a:xfrm>
            <a:off x="2665476" y="36210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977640" y="3621024"/>
            <a:ext cx="1280160" cy="420624"/>
          </a:xfrm>
          <a:prstGeom prst="rect">
            <a:avLst/>
          </a:prstGeom>
          <a:solidFill>
            <a:srgbClr val="161650"/>
          </a:solidFill>
          <a:ln/>
        </p:spPr>
      </p:sp>
      <p:sp>
        <p:nvSpPr>
          <p:cNvPr id="68" name="Text 66"/>
          <p:cNvSpPr/>
          <p:nvPr/>
        </p:nvSpPr>
        <p:spPr>
          <a:xfrm>
            <a:off x="3977640" y="36210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66"/>
                </a:solidFill>
              </a:rPr>
              <a:t>❌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289804" y="3621024"/>
            <a:ext cx="1417320" cy="420624"/>
          </a:xfrm>
          <a:prstGeom prst="rect">
            <a:avLst/>
          </a:prstGeom>
          <a:solidFill>
            <a:srgbClr val="1E1260"/>
          </a:solidFill>
          <a:ln/>
        </p:spPr>
      </p:sp>
      <p:sp>
        <p:nvSpPr>
          <p:cNvPr id="70" name="Shape 68"/>
          <p:cNvSpPr/>
          <p:nvPr/>
        </p:nvSpPr>
        <p:spPr>
          <a:xfrm>
            <a:off x="5289804" y="3621024"/>
            <a:ext cx="45720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1" name="Text 69"/>
          <p:cNvSpPr/>
          <p:nvPr/>
        </p:nvSpPr>
        <p:spPr>
          <a:xfrm>
            <a:off x="5289804" y="362102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537960" y="841248"/>
            <a:ext cx="2331720" cy="1207008"/>
          </a:xfrm>
          <a:prstGeom prst="rect">
            <a:avLst/>
          </a:prstGeom>
          <a:solidFill>
            <a:srgbClr val="161650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537960" y="841248"/>
            <a:ext cx="2331720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4" name="Shape 72"/>
          <p:cNvSpPr/>
          <p:nvPr/>
        </p:nvSpPr>
        <p:spPr>
          <a:xfrm>
            <a:off x="6629400" y="1078992"/>
            <a:ext cx="512064" cy="5120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629400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223760" y="93268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100% Student-First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223760" y="1243584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</a:rPr>
              <a:t>Every feature is designed around how real students study, forget &amp; get stressed.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6537960" y="2194560"/>
            <a:ext cx="2331720" cy="1207008"/>
          </a:xfrm>
          <a:prstGeom prst="rect">
            <a:avLst/>
          </a:prstGeom>
          <a:solidFill>
            <a:srgbClr val="161650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537960" y="2194560"/>
            <a:ext cx="2331720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0" name="Shape 78"/>
          <p:cNvSpPr/>
          <p:nvPr/>
        </p:nvSpPr>
        <p:spPr>
          <a:xfrm>
            <a:off x="6629400" y="2432304"/>
            <a:ext cx="512064" cy="512064"/>
          </a:xfrm>
          <a:prstGeom prst="ellipse">
            <a:avLst/>
          </a:prstGeom>
          <a:solidFill>
            <a:srgbClr val="A855F7">
              <a:alpha val="3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6629400" y="2432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7223760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AI That Understands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223760" y="2596896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</a:rPr>
              <a:t>Chatbot + smart reminders that learn from YOUR schedule and study patterns.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6537960" y="3547872"/>
            <a:ext cx="2331720" cy="1207008"/>
          </a:xfrm>
          <a:prstGeom prst="rect">
            <a:avLst/>
          </a:prstGeom>
          <a:solidFill>
            <a:srgbClr val="161650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537960" y="3547872"/>
            <a:ext cx="2331720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6" name="Shape 84"/>
          <p:cNvSpPr/>
          <p:nvPr/>
        </p:nvSpPr>
        <p:spPr>
          <a:xfrm>
            <a:off x="6629400" y="3785616"/>
            <a:ext cx="512064" cy="512064"/>
          </a:xfrm>
          <a:prstGeom prst="ellipse">
            <a:avLst/>
          </a:prstGeom>
          <a:solidFill>
            <a:srgbClr val="F97316">
              <a:alpha val="3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6629400" y="3785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7223760" y="363931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All-in-One Platform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7223760" y="395020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</a:rPr>
              <a:t>Notes + Reminders + Chatbot in a single app. No switching between 5 different tools.</a:t>
            </a:r>
            <a:endParaRPr lang="en-US" sz="820" dirty="0"/>
          </a:p>
        </p:txBody>
      </p:sp>
      <p:sp>
        <p:nvSpPr>
          <p:cNvPr id="90" name="Shape 88"/>
          <p:cNvSpPr/>
          <p:nvPr/>
        </p:nvSpPr>
        <p:spPr>
          <a:xfrm>
            <a:off x="0" y="4700016"/>
            <a:ext cx="91440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1" name="Shape 89"/>
          <p:cNvSpPr/>
          <p:nvPr/>
        </p:nvSpPr>
        <p:spPr>
          <a:xfrm>
            <a:off x="0" y="4700016"/>
            <a:ext cx="91440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2" name="Text 90"/>
          <p:cNvSpPr/>
          <p:nvPr/>
        </p:nvSpPr>
        <p:spPr>
          <a:xfrm>
            <a:off x="182880" y="470001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 Student Buddy by Team Code Wale  —  The ONLY AI-powered all-in-one study app built exclusively for students!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373</Words>
  <Application>Microsoft Office PowerPoint</Application>
  <PresentationFormat>On-screen Show (16:9)</PresentationFormat>
  <Paragraphs>105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Buddy – Team Code Wale | IEEE Push Pull Commit</dc:title>
  <dc:subject>PptxGenJS Presentation</dc:subject>
  <dc:creator>PptxGenJS</dc:creator>
  <cp:lastModifiedBy>Shadan Ali</cp:lastModifiedBy>
  <cp:revision>3</cp:revision>
  <dcterms:created xsi:type="dcterms:W3CDTF">2026-05-04T05:27:34Z</dcterms:created>
  <dcterms:modified xsi:type="dcterms:W3CDTF">2026-05-04T09:54:26Z</dcterms:modified>
</cp:coreProperties>
</file>